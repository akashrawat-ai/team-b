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AB1EA-7F49-DE16-BC0C-237978A9A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4E743F-D6A1-6F6B-7846-43DFD4D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5C171-2319-85F8-144A-E9A38BD4E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9DB10-D46E-4B4E-B2C5-9FF4EDBC3BE7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79324-0CB4-A0B2-FC11-B80ED102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50CB91-18F8-D430-D7ED-F65AFA513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58486-534E-4972-8FBD-651F1366C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170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83B80-CC4F-87DC-5064-9493E1B8E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1445C-B28D-1BBA-C43F-33061D8C7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B57D97-11B2-1DC9-CD9A-B4889A3F1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9DB10-D46E-4B4E-B2C5-9FF4EDBC3BE7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862FB-3772-7CE7-441E-EADAAB13E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6438C-70DB-0648-1B31-E198CE040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58486-534E-4972-8FBD-651F1366C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940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8CAAF-209A-8485-CB04-E47EE67E7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2A7A2-4C57-CE20-F7CC-03DA42EE0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EA3FB-A5B9-F6CE-3CA8-13E1488A2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9DB10-D46E-4B4E-B2C5-9FF4EDBC3BE7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AE2ED-3EBF-6CFA-B62B-3FDA2082F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E61AC-D3BF-F785-683B-44571DACA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58486-534E-4972-8FBD-651F1366C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798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70E03-9A43-B752-FFA2-9910B80D2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CD0DB-8C66-5A81-4C8A-8BB87BFBD6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C2EFA8-E9D9-98EF-CE94-86FA3DAA37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EFAB32-38DB-E8DE-7A96-78CDE87F3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9DB10-D46E-4B4E-B2C5-9FF4EDBC3BE7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BAAB2F-E3B0-BCF5-4BD0-4BF1D573F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D9284A-8B39-DBFA-EF4A-484BA6BC5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58486-534E-4972-8FBD-651F1366C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681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43CD4-C945-5D2D-D65F-C7FA084B5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DC2014-E852-432D-E999-D662A8B2AC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FDCC61-6563-D7D7-6199-22B991394E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19D455-4C75-BE49-985B-F208A253AD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3B1EB3-F6FB-796D-A6EE-CB11936136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3F8ADB-89DF-1DEE-1731-0550A0809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9DB10-D46E-4B4E-B2C5-9FF4EDBC3BE7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FB910B-19FA-830E-0115-C3BC0B806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E2E3F2-114D-23AC-8294-350D0B246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58486-534E-4972-8FBD-651F1366C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788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5D527-CFB3-F642-4CAA-2D90AAFD1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0D7DE5-A06C-F912-9601-E7B7A29F6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9DB10-D46E-4B4E-B2C5-9FF4EDBC3BE7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AAEFBE-88DE-8DB9-3B6F-4C979B0BE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5CCCA6-0616-764C-2D18-9131C7287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58486-534E-4972-8FBD-651F1366C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498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CAD37F-D1CD-0A69-9BE0-E465099FD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9DB10-D46E-4B4E-B2C5-9FF4EDBC3BE7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4A5433-91D7-0B1D-BD90-D82EF9C0C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04DA5-D287-8D64-4158-D0364C59C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58486-534E-4972-8FBD-651F1366C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536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F6F00-F4FC-B5A8-50DB-6F5C8AD49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ECEF5-0D3D-8D33-4A89-4A21FC36D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06D659-835C-9766-0F7E-1F3E9FE98F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735D7B-629F-2F32-C164-7DFE80572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9DB10-D46E-4B4E-B2C5-9FF4EDBC3BE7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ED3451-5AD8-A390-878B-95EE3AAD8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6A3BDA-0A13-A222-5D4E-BFC44FE52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58486-534E-4972-8FBD-651F1366C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692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2BB0C-96EE-AC3E-EF38-D30B36C8A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7FAA77-F9CB-FF5A-B09E-9400573547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4E79A1-33E9-44D9-FFAE-ABBC3637D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267A3F-88C1-19A3-F6B0-AD5FF98E3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9DB10-D46E-4B4E-B2C5-9FF4EDBC3BE7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019520-013F-7E8E-BBD2-7812F7620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24E256-2530-A00D-AF4F-41352CEB0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58486-534E-4972-8FBD-651F1366C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908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8BC0B-5D4B-B90F-2E78-EF9DD63C6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737FD-6B3F-3E0B-FC32-0AB6E268D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D9D18-AB67-77D2-E8FD-F9E9845C9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9DB10-D46E-4B4E-B2C5-9FF4EDBC3BE7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095B5-5356-AE29-0285-23D2F6768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C8C33-6439-EF0C-1A77-09AC033D8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58486-534E-4972-8FBD-651F1366C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445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9E7BB2-596E-4AAA-51FA-7392C86A5F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A0BA5B-9888-BEED-A277-D9AD01A87C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D309A-965A-7D15-D548-EDD9B5FFA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9DB10-D46E-4B4E-B2C5-9FF4EDBC3BE7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AA6DA-FEF8-EFA3-3B0D-8043A332E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0CB40F-D567-8850-42FA-B53075A65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58486-534E-4972-8FBD-651F1366C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427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AEEE47-4DE7-153B-E978-FF0586ED0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F60D8-8B04-381B-164F-829A67FE7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B2B29-E3FE-1E89-C5AC-E87FB66A09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09DB10-D46E-4B4E-B2C5-9FF4EDBC3BE7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8C70B-59E8-15E0-D140-B2B3BA3506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FF94E-6A4B-2C0A-055C-EFED37A268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858486-534E-4972-8FBD-651F1366C8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152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66059-1ED3-8388-F1AD-285AB473B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Well Bot – Global Wellness Assistant Chatbot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94A0D-E7D2-9976-DA8F-508B635DC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/>
              <a:t>Team Members: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dirty="0"/>
              <a:t>1. Meghana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dirty="0"/>
              <a:t>2. Aishwarya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dirty="0"/>
              <a:t>3. Akash Rawat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dirty="0"/>
              <a:t>4. Gopichand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b="1" dirty="0"/>
              <a:t>Under the Guidance of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dirty="0"/>
              <a:t> Mrs. Santhiya Krishnasamy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666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B10CC-76C0-A577-43F6-96A673DD5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20619-2D40-4FE4-3C18-5107BD3CB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WellBot</a:t>
            </a:r>
            <a:r>
              <a:rPr lang="en-US" dirty="0"/>
              <a:t> is a multilingual, AI-powered chatbot designed to promote global wellness.</a:t>
            </a:r>
            <a:br>
              <a:rPr lang="en-US" dirty="0"/>
            </a:br>
            <a:r>
              <a:rPr lang="en-US" dirty="0"/>
              <a:t>It democratizes access to reliable, non-diagnostic health and self-care information.</a:t>
            </a:r>
            <a:br>
              <a:rPr lang="en-US" dirty="0"/>
            </a:br>
            <a:r>
              <a:rPr lang="en-US" dirty="0"/>
              <a:t>By combining conversational AI with personalized insights, it empowers proactive health management.</a:t>
            </a:r>
            <a:br>
              <a:rPr lang="en-US" dirty="0"/>
            </a:br>
            <a:r>
              <a:rPr lang="en-US" dirty="0"/>
              <a:t>The assistant focuses on improving accessibility, engagement, and awareness in wellness.</a:t>
            </a:r>
            <a:br>
              <a:rPr lang="en-US" dirty="0"/>
            </a:br>
            <a:r>
              <a:rPr lang="en-US" dirty="0"/>
              <a:t>Its goal is to bridge technology and human well-being through seamless conversation.</a:t>
            </a:r>
          </a:p>
        </p:txBody>
      </p:sp>
    </p:spTree>
    <p:extLst>
      <p:ext uri="{BB962C8B-B14F-4D97-AF65-F5344CB8AC3E}">
        <p14:creationId xmlns:p14="http://schemas.microsoft.com/office/powerpoint/2010/main" val="844522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66429-31E6-2E75-AA38-485DB58D6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Abstract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A6284-B1E4-AAFF-82AE-845C0C07E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WellBot</a:t>
            </a:r>
            <a:r>
              <a:rPr lang="en-US" dirty="0"/>
              <a:t> is an AI/ML-driven chatbot acting as a 24/7 wellness guide.</a:t>
            </a:r>
            <a:br>
              <a:rPr lang="en-US" dirty="0"/>
            </a:br>
            <a:r>
              <a:rPr lang="en-US" dirty="0"/>
              <a:t>It consolidates advice on fitness, diet, sleep, and mental health into one interface.</a:t>
            </a:r>
            <a:br>
              <a:rPr lang="en-US" dirty="0"/>
            </a:br>
            <a:r>
              <a:rPr lang="en-US" dirty="0"/>
              <a:t>Using NLP and Machine Learning, it provides context-aware recommendations.</a:t>
            </a:r>
            <a:br>
              <a:rPr lang="en-US" dirty="0"/>
            </a:br>
            <a:r>
              <a:rPr lang="en-US" dirty="0"/>
              <a:t>The hybrid recommendation engine ensures personalized wellness guidance.</a:t>
            </a:r>
            <a:br>
              <a:rPr lang="en-US" dirty="0"/>
            </a:br>
            <a:r>
              <a:rPr lang="en-US" dirty="0"/>
              <a:t>It bridges the gap between clinical expertise and daily self-care.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238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3BAC8-F2F7-E057-DAA1-A0206C5E5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Proposed System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2D612-B86C-4E08-DB88-1992BED6B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system integrates NLP and ML for multilingual, personalized health assistance.</a:t>
            </a:r>
            <a:br>
              <a:rPr lang="en-US" dirty="0"/>
            </a:br>
            <a:r>
              <a:rPr lang="en-US" dirty="0"/>
              <a:t>A hybrid recommendation model delivers content based on user context and preferences.</a:t>
            </a:r>
            <a:br>
              <a:rPr lang="en-US" dirty="0"/>
            </a:br>
            <a:r>
              <a:rPr lang="en-US" dirty="0"/>
              <a:t>It covers key wellness areas: nutrition, fitness, mental health, and sleep.</a:t>
            </a:r>
            <a:br>
              <a:rPr lang="en-US" dirty="0"/>
            </a:br>
            <a:r>
              <a:rPr lang="en-US" dirty="0"/>
              <a:t>Data privacy and inclusivity are core principles for a global user base.</a:t>
            </a:r>
            <a:br>
              <a:rPr lang="en-US" dirty="0"/>
            </a:br>
            <a:r>
              <a:rPr lang="en-US" dirty="0"/>
              <a:t>The architecture ensures scalability, engagement, and user trust.</a:t>
            </a:r>
          </a:p>
        </p:txBody>
      </p:sp>
    </p:spTree>
    <p:extLst>
      <p:ext uri="{BB962C8B-B14F-4D97-AF65-F5344CB8AC3E}">
        <p14:creationId xmlns:p14="http://schemas.microsoft.com/office/powerpoint/2010/main" val="3264565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1F0E5-9112-8727-022B-003C3E526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System Architecture</a:t>
            </a:r>
            <a:br>
              <a:rPr lang="en-US" b="1" dirty="0"/>
            </a:b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F861AC2-E9EF-AD4A-1D9E-CD8F8D147C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1599" y="1789471"/>
            <a:ext cx="8068801" cy="3221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38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0BAB3-23BE-5491-21F4-5CBA5CA94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 Milestone 1 – Authentication &amp; Profiles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A59DC-3031-4F46-9D34-FD5A0B110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Implemented secure login, registration, and profile creation with Flask &amp; </a:t>
            </a:r>
            <a:r>
              <a:rPr lang="en-US" dirty="0" err="1"/>
              <a:t>SQLAlchemy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Used JWT-based authentication for session handling and data protection.</a:t>
            </a:r>
            <a:br>
              <a:rPr lang="en-US" dirty="0"/>
            </a:br>
            <a:r>
              <a:rPr lang="en-US" dirty="0"/>
              <a:t>Passwords are encrypted using hashing techniques for user security.</a:t>
            </a:r>
            <a:br>
              <a:rPr lang="en-US" dirty="0"/>
            </a:br>
            <a:r>
              <a:rPr lang="en-US" dirty="0"/>
              <a:t>Frontend logic validates session tokens and prevents unauthorized access.</a:t>
            </a:r>
            <a:br>
              <a:rPr lang="en-US" dirty="0"/>
            </a:br>
            <a:r>
              <a:rPr lang="en-US" dirty="0"/>
              <a:t>This milestone built the foundation for user-specific wellness personalization.</a:t>
            </a:r>
          </a:p>
        </p:txBody>
      </p:sp>
    </p:spTree>
    <p:extLst>
      <p:ext uri="{BB962C8B-B14F-4D97-AF65-F5344CB8AC3E}">
        <p14:creationId xmlns:p14="http://schemas.microsoft.com/office/powerpoint/2010/main" val="1425015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BF85C2-FA6C-C7DE-D834-2AD2F687D3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8672" y="402141"/>
            <a:ext cx="5986826" cy="6053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721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6CDC7-1105-41FE-BBE8-81A7B54DB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Milestone 2 – Chatbot Integration &amp; Web UI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DEF13-1CD3-F0E1-7650-47E9963CD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Integrated Rasa chatbot with Flask-based web UI.</a:t>
            </a:r>
            <a:br>
              <a:rPr lang="en-US" dirty="0"/>
            </a:br>
            <a:r>
              <a:rPr lang="en-US" dirty="0"/>
              <a:t>The NLU model identifies user intents and entities in English and Hindi.</a:t>
            </a:r>
            <a:br>
              <a:rPr lang="en-US" dirty="0"/>
            </a:br>
            <a:r>
              <a:rPr lang="en-US" dirty="0"/>
              <a:t>Structured </a:t>
            </a:r>
            <a:r>
              <a:rPr lang="en-US" dirty="0" err="1"/>
              <a:t>HealthKnowledge</a:t>
            </a:r>
            <a:r>
              <a:rPr lang="en-US" dirty="0"/>
              <a:t> database stores multilingual wellness content.</a:t>
            </a:r>
            <a:br>
              <a:rPr lang="en-US" dirty="0"/>
            </a:br>
            <a:r>
              <a:rPr lang="en-US" dirty="0"/>
              <a:t>Admin tools enable easy CSV imports for data updates.</a:t>
            </a:r>
            <a:br>
              <a:rPr lang="en-US" dirty="0"/>
            </a:br>
            <a:r>
              <a:rPr lang="en-US" dirty="0"/>
              <a:t>Custom Rasa actions retrieve relevant knowledge dynamically.</a:t>
            </a:r>
            <a:br>
              <a:rPr lang="en-US" dirty="0"/>
            </a:br>
            <a:r>
              <a:rPr lang="en-US" dirty="0"/>
              <a:t>This milestone completed the intelligent chatbot workflow.</a:t>
            </a:r>
          </a:p>
        </p:txBody>
      </p:sp>
    </p:spTree>
    <p:extLst>
      <p:ext uri="{BB962C8B-B14F-4D97-AF65-F5344CB8AC3E}">
        <p14:creationId xmlns:p14="http://schemas.microsoft.com/office/powerpoint/2010/main" val="3638318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2962E1-80C1-C0A9-D004-CF09371B7E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845" y="708906"/>
            <a:ext cx="10826245" cy="544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278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52A7AF-5B84-521D-6F3F-639E232FDE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720" y="560438"/>
            <a:ext cx="3320559" cy="592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538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51D2E-7BC4-B9EC-5B22-D220A24E0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Milestone 3 – Advanced NLP &amp; Multilingual Features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A667E-9C33-08CE-FD0F-454834C83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Expanded the knowledge base to 100+ wellness topics.</a:t>
            </a:r>
            <a:br>
              <a:rPr lang="en-US" dirty="0"/>
            </a:br>
            <a:r>
              <a:rPr lang="en-US" dirty="0"/>
              <a:t>Implemented safety disclaimers for medical boundaries.</a:t>
            </a:r>
            <a:br>
              <a:rPr lang="en-US" dirty="0"/>
            </a:br>
            <a:r>
              <a:rPr lang="en-US" dirty="0"/>
              <a:t>Added full Hindi language support for global inclusivity.</a:t>
            </a:r>
            <a:br>
              <a:rPr lang="en-US" dirty="0"/>
            </a:br>
            <a:r>
              <a:rPr lang="en-US" dirty="0"/>
              <a:t>Dynamic language selection adapts to user preferences.</a:t>
            </a:r>
            <a:br>
              <a:rPr lang="en-US" dirty="0"/>
            </a:br>
            <a:r>
              <a:rPr lang="en-US" dirty="0"/>
              <a:t>Enhanced NLU with advanced entity extraction for personalized replies.</a:t>
            </a:r>
            <a:br>
              <a:rPr lang="en-US" dirty="0"/>
            </a:br>
            <a:r>
              <a:rPr lang="en-US" dirty="0"/>
              <a:t>This milestone improved contextual accuracy and accessibility.</a:t>
            </a:r>
          </a:p>
        </p:txBody>
      </p:sp>
    </p:spTree>
    <p:extLst>
      <p:ext uri="{BB962C8B-B14F-4D97-AF65-F5344CB8AC3E}">
        <p14:creationId xmlns:p14="http://schemas.microsoft.com/office/powerpoint/2010/main" val="3273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3FE6AE-DC35-FDBE-4624-298C7F3F96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523" y="1022555"/>
            <a:ext cx="10456393" cy="5110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897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B5241-305E-F464-BEA2-DD6D5DF1E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Milestone 4 – Admin Dashboard &amp; Optimization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69F71-88D7-7BBC-B477-99EBBCB43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Developed a secure admin dashboard for data management.</a:t>
            </a:r>
            <a:br>
              <a:rPr lang="en-US" dirty="0"/>
            </a:br>
            <a:r>
              <a:rPr lang="en-US" dirty="0"/>
              <a:t>Admins can add, edit, and delete knowledge base entries.</a:t>
            </a:r>
            <a:br>
              <a:rPr lang="en-US" dirty="0"/>
            </a:br>
            <a:r>
              <a:rPr lang="en-US" dirty="0"/>
              <a:t>Integrated user analytics for tracking intent and feedback trends.</a:t>
            </a:r>
            <a:br>
              <a:rPr lang="en-US" dirty="0"/>
            </a:br>
            <a:r>
              <a:rPr lang="en-US" dirty="0"/>
              <a:t>Added feedback system (thumbs up/down) for content evaluation.</a:t>
            </a:r>
            <a:br>
              <a:rPr lang="en-US" dirty="0"/>
            </a:br>
            <a:r>
              <a:rPr lang="en-US" dirty="0"/>
              <a:t>Optimized backend sessions, logging, and error handling.</a:t>
            </a:r>
            <a:br>
              <a:rPr lang="en-US" dirty="0"/>
            </a:br>
            <a:r>
              <a:rPr lang="en-US" dirty="0"/>
              <a:t>UI redesigned with modern layout and responsive interface.</a:t>
            </a:r>
          </a:p>
        </p:txBody>
      </p:sp>
    </p:spTree>
    <p:extLst>
      <p:ext uri="{BB962C8B-B14F-4D97-AF65-F5344CB8AC3E}">
        <p14:creationId xmlns:p14="http://schemas.microsoft.com/office/powerpoint/2010/main" val="29774945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57D48E-0176-C095-01FE-2213A0E73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3079" y="993057"/>
            <a:ext cx="9133076" cy="5137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2501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A3461F-7472-4B86-211A-BC3B90285B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419" y="843423"/>
            <a:ext cx="9193161" cy="5171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0123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292627-C8D2-5EC5-5519-A4BC4D63B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539" y="462116"/>
            <a:ext cx="10548921" cy="593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3924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8ED7D5-1E38-D42E-3254-77A24FEEEB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529" y="707922"/>
            <a:ext cx="9674942" cy="544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8803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6213FC-FF01-3C47-D97C-AB97CE6F7F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594" y="707923"/>
            <a:ext cx="10042012" cy="564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1709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35BA1F-AF61-1AE0-8CD3-D052018FD9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148" y="622505"/>
            <a:ext cx="10333703" cy="5812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9412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4A380-1952-7C1C-8697-E8FF69758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1603"/>
            <a:ext cx="10515600" cy="1325563"/>
          </a:xfrm>
        </p:spPr>
        <p:txBody>
          <a:bodyPr/>
          <a:lstStyle/>
          <a:p>
            <a:r>
              <a:rPr lang="en-US" b="1" dirty="0"/>
              <a:t>Technologies Used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A07B7-72FE-3C5C-2C15-EAA78F58D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Built on a modular open-source stack for scalability and reliability.</a:t>
            </a:r>
            <a:br>
              <a:rPr lang="en-US" dirty="0"/>
            </a:br>
            <a:r>
              <a:rPr lang="en-US" b="1" dirty="0"/>
              <a:t>Backend:</a:t>
            </a:r>
            <a:r>
              <a:rPr lang="en-US" dirty="0"/>
              <a:t> Flask (Python) for routing and API management.</a:t>
            </a:r>
            <a:br>
              <a:rPr lang="en-US" dirty="0"/>
            </a:br>
            <a:r>
              <a:rPr lang="en-US" b="1" dirty="0"/>
              <a:t>AI Engine:</a:t>
            </a:r>
            <a:r>
              <a:rPr lang="en-US" dirty="0"/>
              <a:t> Rasa for NLP, entity recognition, and dialogue control.</a:t>
            </a:r>
            <a:br>
              <a:rPr lang="en-US" dirty="0"/>
            </a:br>
            <a:r>
              <a:rPr lang="en-US" b="1" dirty="0"/>
              <a:t>Authentication:</a:t>
            </a:r>
            <a:r>
              <a:rPr lang="en-US" dirty="0"/>
              <a:t> Flask-JWT-Extended for token-based security.</a:t>
            </a:r>
            <a:br>
              <a:rPr lang="en-US" dirty="0"/>
            </a:br>
            <a:r>
              <a:rPr lang="en-US" b="1" dirty="0"/>
              <a:t>Database:</a:t>
            </a:r>
            <a:r>
              <a:rPr lang="en-US" dirty="0"/>
              <a:t> SQLite with </a:t>
            </a:r>
            <a:r>
              <a:rPr lang="en-US" dirty="0" err="1"/>
              <a:t>SQLAlchemy</a:t>
            </a:r>
            <a:r>
              <a:rPr lang="en-US" dirty="0"/>
              <a:t> ORM for smooth operations.</a:t>
            </a:r>
            <a:br>
              <a:rPr lang="en-US" dirty="0"/>
            </a:br>
            <a:r>
              <a:rPr lang="en-US" b="1" dirty="0"/>
              <a:t>Frontend:</a:t>
            </a:r>
            <a:r>
              <a:rPr lang="en-US" dirty="0"/>
              <a:t> HTML, CSS, JavaScript for interactive UI.</a:t>
            </a:r>
            <a:br>
              <a:rPr lang="en-US" dirty="0"/>
            </a:br>
            <a:r>
              <a:rPr lang="en-US" dirty="0"/>
              <a:t>Ensures flexibility, modularity, and seamless integration.</a:t>
            </a:r>
          </a:p>
        </p:txBody>
      </p:sp>
    </p:spTree>
    <p:extLst>
      <p:ext uri="{BB962C8B-B14F-4D97-AF65-F5344CB8AC3E}">
        <p14:creationId xmlns:p14="http://schemas.microsoft.com/office/powerpoint/2010/main" val="38888849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6FA44-32E5-F1C1-E927-60C8EDB98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Output – Expected Outcomes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38DE9-F8C9-5A59-7338-E55C1988D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200000"/>
              </a:lnSpc>
              <a:buNone/>
            </a:pPr>
            <a:r>
              <a:rPr lang="en-US" dirty="0"/>
              <a:t>Delivers personalized daily wellness plans (diet, fitness, sleep).</a:t>
            </a:r>
            <a:br>
              <a:rPr lang="en-US" dirty="0"/>
            </a:br>
            <a:r>
              <a:rPr lang="en-US" dirty="0"/>
              <a:t>Provides stress and emotion-aware advice.</a:t>
            </a:r>
            <a:br>
              <a:rPr lang="en-US" dirty="0"/>
            </a:br>
            <a:r>
              <a:rPr lang="en-US" dirty="0"/>
              <a:t>Increases engagement through intelligent interaction.</a:t>
            </a:r>
            <a:br>
              <a:rPr lang="en-US" dirty="0"/>
            </a:br>
            <a:r>
              <a:rPr lang="en-US" dirty="0"/>
              <a:t>Scales globally with multilingual support and adaptive AI.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7728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3296F-A92C-D5A3-1AB8-F7D8BFFEC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 Future Scope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65AFF-7E95-0D9A-E4FA-A2C85DC18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200000"/>
              </a:lnSpc>
              <a:buNone/>
            </a:pPr>
            <a:r>
              <a:rPr lang="en-US" dirty="0"/>
              <a:t>Introduce AR/VR meditation for immersive stress relief.</a:t>
            </a:r>
            <a:br>
              <a:rPr lang="en-US" dirty="0"/>
            </a:br>
            <a:r>
              <a:rPr lang="en-US" dirty="0"/>
              <a:t>Enable AI-based image and voice diagnostics for early health checks.</a:t>
            </a:r>
            <a:br>
              <a:rPr lang="en-US" dirty="0"/>
            </a:br>
            <a:r>
              <a:rPr lang="en-US" dirty="0"/>
              <a:t>Adopt blockchain for secure storage of sensitive health data.</a:t>
            </a:r>
          </a:p>
        </p:txBody>
      </p:sp>
    </p:spTree>
    <p:extLst>
      <p:ext uri="{BB962C8B-B14F-4D97-AF65-F5344CB8AC3E}">
        <p14:creationId xmlns:p14="http://schemas.microsoft.com/office/powerpoint/2010/main" val="11493138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1618F-D033-C43E-6B8D-E3522DC0A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 Conclusion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DB987-0B4A-1924-91D3-2A1536993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200000"/>
              </a:lnSpc>
              <a:buNone/>
            </a:pPr>
            <a:r>
              <a:rPr lang="en-US" dirty="0" err="1"/>
              <a:t>WellBot</a:t>
            </a:r>
            <a:r>
              <a:rPr lang="en-US" dirty="0"/>
              <a:t> demonstrates how AI can transform personal wellness.</a:t>
            </a:r>
            <a:br>
              <a:rPr lang="en-US" dirty="0"/>
            </a:br>
            <a:r>
              <a:rPr lang="en-US" dirty="0"/>
              <a:t>It combines secure architecture with multilingual intelligence.</a:t>
            </a:r>
            <a:br>
              <a:rPr lang="en-US" dirty="0"/>
            </a:br>
            <a:r>
              <a:rPr lang="en-US" dirty="0"/>
              <a:t>Supports self-care and awareness through accessible design.</a:t>
            </a:r>
            <a:br>
              <a:rPr lang="en-US" dirty="0"/>
            </a:br>
            <a:r>
              <a:rPr lang="en-US" dirty="0"/>
              <a:t>Built with scalable, open-source technologies for growth.</a:t>
            </a:r>
            <a:br>
              <a:rPr lang="en-US" dirty="0"/>
            </a:br>
            <a:r>
              <a:rPr lang="en-US" dirty="0"/>
              <a:t>Future versions will expand AI, security, and immersive health tools.</a:t>
            </a:r>
          </a:p>
        </p:txBody>
      </p:sp>
    </p:spTree>
    <p:extLst>
      <p:ext uri="{BB962C8B-B14F-4D97-AF65-F5344CB8AC3E}">
        <p14:creationId xmlns:p14="http://schemas.microsoft.com/office/powerpoint/2010/main" val="38349212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1E08C-76E2-14CB-E54E-99F6928A0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045" y="681037"/>
            <a:ext cx="10515600" cy="1325563"/>
          </a:xfrm>
        </p:spPr>
        <p:txBody>
          <a:bodyPr/>
          <a:lstStyle/>
          <a:p>
            <a:r>
              <a:rPr lang="en-US" b="1" dirty="0"/>
              <a:t>Thank You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7ABCA-8654-8649-EF03-6A86879CC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Presented by:</a:t>
            </a:r>
            <a:br>
              <a:rPr lang="en-US" dirty="0"/>
            </a:br>
            <a:r>
              <a:rPr lang="en-US" dirty="0"/>
              <a:t>Meghana</a:t>
            </a:r>
            <a:br>
              <a:rPr lang="en-US" dirty="0"/>
            </a:br>
            <a:r>
              <a:rPr lang="en-US" dirty="0"/>
              <a:t>Aishwarya</a:t>
            </a:r>
            <a:br>
              <a:rPr lang="en-US" dirty="0"/>
            </a:br>
            <a:r>
              <a:rPr lang="en-US" dirty="0"/>
              <a:t>Akash Rawat</a:t>
            </a:r>
            <a:br>
              <a:rPr lang="en-US" dirty="0"/>
            </a:br>
            <a:r>
              <a:rPr lang="en-US" dirty="0"/>
              <a:t>Gopichand</a:t>
            </a:r>
          </a:p>
        </p:txBody>
      </p:sp>
    </p:spTree>
    <p:extLst>
      <p:ext uri="{BB962C8B-B14F-4D97-AF65-F5344CB8AC3E}">
        <p14:creationId xmlns:p14="http://schemas.microsoft.com/office/powerpoint/2010/main" val="509210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755</Words>
  <Application>Microsoft Office PowerPoint</Application>
  <PresentationFormat>Widescreen</PresentationFormat>
  <Paragraphs>33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Office Theme</vt:lpstr>
      <vt:lpstr>Well Bot – Global Wellness Assistant Chatbot</vt:lpstr>
      <vt:lpstr>Introduction </vt:lpstr>
      <vt:lpstr>Abstract </vt:lpstr>
      <vt:lpstr>Proposed System </vt:lpstr>
      <vt:lpstr>System Architecture </vt:lpstr>
      <vt:lpstr> Milestone 1 – Authentication &amp; Profiles </vt:lpstr>
      <vt:lpstr>PowerPoint Presentation</vt:lpstr>
      <vt:lpstr>Milestone 2 – Chatbot Integration &amp; Web UI </vt:lpstr>
      <vt:lpstr>PowerPoint Presentation</vt:lpstr>
      <vt:lpstr>PowerPoint Presentation</vt:lpstr>
      <vt:lpstr>Milestone 3 – Advanced NLP &amp; Multilingual Features </vt:lpstr>
      <vt:lpstr>PowerPoint Presentation</vt:lpstr>
      <vt:lpstr>Milestone 4 – Admin Dashboard &amp; Optimization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Technologies Used </vt:lpstr>
      <vt:lpstr>Output – Expected Outcomes </vt:lpstr>
      <vt:lpstr> Future Scope </vt:lpstr>
      <vt:lpstr> Conclusion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gopi chand</dc:creator>
  <cp:lastModifiedBy>gopi chand</cp:lastModifiedBy>
  <cp:revision>1</cp:revision>
  <dcterms:created xsi:type="dcterms:W3CDTF">2025-11-21T13:58:59Z</dcterms:created>
  <dcterms:modified xsi:type="dcterms:W3CDTF">2025-11-21T14:17:13Z</dcterms:modified>
</cp:coreProperties>
</file>